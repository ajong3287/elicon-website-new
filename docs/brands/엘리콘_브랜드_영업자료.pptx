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엘리콘 브랜드 포트폴리오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 • Cocolic • Seanex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C3C7"/>
                </a:solidFill>
              </a:rPr>
              <a:t>주식회사 한국오지케이 (OGK)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회사 소개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한국오지케이 (OGK)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설립: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1979년 (45년 역사)</a:t>
            </a:r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위치: 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강원특별자치도 원주시</a:t>
            </a:r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사업: 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안경·선글라스·스포츠용품 제조/유통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핵심 역량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45년 축적된 제조 기술력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3개 브랜드 다각화 포트폴리오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B2B/B2C 통합 유통 채널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압도적 가성비 경쟁력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3개 브랜드 한눈에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브랜드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Wing (윙)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Cocolic (코코릭)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Seanex (씨넥스)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카테고리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스포츠 선글라스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어린이 안경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낚시용품 (에기)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타겟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20~40대 남성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3~10세 부모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30~60대 남성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가격대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19,900~39,900원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4,000원/개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핵심 가치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가성비 (오클리 1/8)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안전성 (UV400)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실적 (리뷰 55,578개)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경쟁 우위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압도적 가격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부모 안심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검증된 품질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  <a:ln/>
        </p:spPr>
      </p:sp>
      <p:pic>
        <p:nvPicPr>
          <p:cNvPr id="3" name="Image 0" descr="wing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"/>
            <a:ext cx="109728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Wing (윙)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F0F1"/>
                </a:solidFill>
              </a:rPr>
              <a:t>스포츠 선글라스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핵심 가치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solidFill>
            <a:srgbClr val="E3EF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압도적 가성비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오클리 240,000원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472C4"/>
                </a:solidFill>
              </a:rPr>
              <a:t>Wing 29,900원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→ 1/8 가격!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45년 기술력으로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동일한 품질 보장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타겟 고객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연령: 20~40대 남성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활동: 라이딩, 골프, 등산, 낚시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니즈: 가성비 + 품질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판매 포인트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B2B: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"오클리 1/8 가격에 동일 품질"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B2C: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"24만원짜리를 3만원에!"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Wing 제품 라인업 (베스트셀러)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제품명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가격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편광 선글라스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자외선 차단 + 반사광 제거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스포츠 선글라스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활동성 + 내구성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라이딩 선글라스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공기역학 + 밀착감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골프 선글라스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시야 확보 + 편안함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6F9D"/>
          </a:solidFill>
          <a:ln/>
        </p:spPr>
      </p:sp>
      <p:pic>
        <p:nvPicPr>
          <p:cNvPr id="3" name="Image 0" descr="cocolic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"/>
            <a:ext cx="109728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Cocolic (코코릭)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어린이 안경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9D"/>
                </a:solidFill>
              </a:rPr>
              <a:t>핵심 가치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solidFill>
            <a:srgbClr val="FFE6F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부모 안심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UV400 자외선 완벽 차단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유해물질 검사 완료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안전 인증 획득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가격: 19,900~39,900원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→ 일반 안경 1/2 가격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9D"/>
                </a:solidFill>
              </a:rPr>
              <a:t>타겟 고객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연령: 3~10세 아이의 부모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니즈: 안전성 + 가성비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관심사: 자외선, 시력 보호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9D"/>
                </a:solidFill>
              </a:rPr>
              <a:t>판매 포인트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B2B: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"안전 인증 완료, 부모님이 믿고 삽니다"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B2C: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"우리 아이 눈 건강, 안전하게!"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6F9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Cocolic 제품 라인업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제품명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가격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베이직 안경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일상용, 가볍고 편안함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액티브 안경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스포츠용, 충격 흡수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블루라이트 차단 안경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39,900원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디지털 기기용, 눈 보호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/>
        </p:spPr>
      </p:sp>
      <p:pic>
        <p:nvPicPr>
          <p:cNvPr id="3" name="Image 0" descr="seane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"/>
            <a:ext cx="109728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Seanex (씨넥스)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낚시용품 (에기)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핵심 가치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solidFill>
            <a:srgbClr val="E8F5E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압도적 시장 검증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55,578개 리뷰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평점 4.90/5.0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일본 브랜드: 7,000~11,000원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70AD47"/>
                </a:solidFill>
              </a:rPr>
              <a:t>Seanex: 4,000원/개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→ 2배 저렴!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타겟 고객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연령: 30~60대 남성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활동: 쭈꾸미/갑오징어 낚시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구매: 연 4~12회 (소모품)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판매 포인트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B2B: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"55,578개 리뷰, 평점 4.90으로 재구매율이 매우 높습니다."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</a:rPr>
              <a:t>B2C: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"DUEL, Yo-Zuri 절반 가격에 똑같은 조과!"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Seanex 제품 라인업 (베스트셀러)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제품명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가격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리뷰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평점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에기 (쭈꾸미용)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4,000원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55,578개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4.90/5.0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에기 (갑오징어용)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4,000원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20,000개+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4.85/5.0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에기 세트 (10개)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38,000원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15,000개+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4.92/5.0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경쟁 우위 분석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비교 항목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Cocolic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Seanex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가격 경쟁력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오클리 대비 1/8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일반 안경 대비 1/2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DUEL/Yo-Zuri 대비 1/2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품질 검증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45년 OGK 기술력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안전 인증 완료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리뷰 55,578개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마진율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30~40%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35~45%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25~35%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재구매율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매우 높음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매우 높음 (소모품)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시장 포지션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가성비 1위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어린이 안경 전문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낚시 에기 1위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판매 조건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495E"/>
                </a:solidFill>
              </a:rPr>
              <a:t>결제 및 배송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결제 조건: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초도 거래: 선입금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정기 거래: 월말 결제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배송: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무료배송: 5만원 이상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배송 기간: 2~3일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495E"/>
                </a:solidFill>
              </a:rPr>
              <a:t>반품 및 마진율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반품/교환: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기간: 수령 후 7일 이내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조건: 미개봉, 상품 하자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</a:rPr>
              <a:t>예상 마진율: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Wing: 30~40%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Cocolic: 35~45%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Seanex: 25~35%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※ 상세 가격표는 별도 문의 (B2B 도매가 협의 가능)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고객 지원 및 문의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8288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주식회사 한국오지케이 (ELICON)
</a:t>
            </a:r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강원특별자치도 원주시 문막읍 동화공단로 101-3
</a:t>
            </a:r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498DB"/>
                </a:solidFill>
              </a:rPr>
              <a:t>영업 시간: 평일 09:00~18:00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CF0F1"/>
                </a:solidFill>
              </a:rPr>
              <a:t>Wing 공식몰: wing.co.kr
</a:t>
            </a:r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CF0F1"/>
                </a:solidFill>
              </a:rPr>
              <a:t>Cocolic 공식몰: cocolic.com
</a:t>
            </a:r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CF0F1"/>
                </a:solidFill>
              </a:rPr>
              <a:t>엘리콘스토어: eliconstore.com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함께 성장하겠습니다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주식회사 한국오지케이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엘리콘 브랜드 포트폴리오</dc:title>
  <dc:subject>PptxGenJS Presentation</dc:subject>
  <dc:creator>엘리콘 (ELICON)</dc:creator>
  <cp:lastModifiedBy>엘리콘 (ELICON)</cp:lastModifiedBy>
  <cp:revision>1</cp:revision>
  <dcterms:created xsi:type="dcterms:W3CDTF">2025-12-20T23:55:22Z</dcterms:created>
  <dcterms:modified xsi:type="dcterms:W3CDTF">2025-12-20T23:55:22Z</dcterms:modified>
</cp:coreProperties>
</file>